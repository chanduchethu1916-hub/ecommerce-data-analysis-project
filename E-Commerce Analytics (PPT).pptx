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ED402CD-E1B2-468A-A2F6-79626E605D37}">
          <p14:sldIdLst>
            <p14:sldId id="257"/>
            <p14:sldId id="258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830" y="-913547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2030" y="2489201"/>
            <a:ext cx="10058400" cy="37608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3694" y="98612"/>
            <a:ext cx="6639377" cy="3792067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E-Commerce Analytics</a:t>
            </a: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5400" y="4672738"/>
            <a:ext cx="6862482" cy="1136379"/>
          </a:xfrm>
        </p:spPr>
        <p:txBody>
          <a:bodyPr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Tools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dirty="0"/>
              <a:t>Excel | Power BI | Tableau | MySQL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utoShape 2">
            <a:extLst>
              <a:ext uri="{FF2B5EF4-FFF2-40B4-BE49-F238E27FC236}">
                <a16:creationId xmlns:a16="http://schemas.microsoft.com/office/drawing/2014/main" id="{DE92C5FF-7AE2-6B0C-8054-08B06496DF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33550" y="1048883"/>
            <a:ext cx="4514850" cy="6742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537CFF-47C7-ECEB-C319-802D5B3E77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9051" y="0"/>
            <a:ext cx="5019676" cy="685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D5315C-62F6-D40C-A348-6E056EDD1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90500"/>
            <a:ext cx="10058400" cy="1323976"/>
          </a:xfrm>
        </p:spPr>
        <p:txBody>
          <a:bodyPr/>
          <a:lstStyle/>
          <a:p>
            <a:r>
              <a:rPr lang="en-IN" b="1" dirty="0"/>
              <a:t>What is E-Commerce Analytics?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marL="0" indent="0" algn="just">
              <a:lnSpc>
                <a:spcPct val="200000"/>
              </a:lnSpc>
              <a:buNone/>
            </a:pPr>
            <a:r>
              <a:rPr lang="en-US" sz="2800" b="1" dirty="0"/>
              <a:t>E-Commerce Analytics is the process of collecting, cleaning, analyzing, and visualizing online sales data to understand customer behavior and improve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D5315C-62F6-D40C-A348-6E056EDD1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80976"/>
            <a:ext cx="10058400" cy="1181100"/>
          </a:xfrm>
        </p:spPr>
        <p:txBody>
          <a:bodyPr/>
          <a:lstStyle/>
          <a:p>
            <a:r>
              <a:rPr lang="en-IN" b="1" dirty="0"/>
              <a:t>Data Import &amp; Cleaning (Excel)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955" y="1790700"/>
            <a:ext cx="10389870" cy="4562475"/>
          </a:xfrm>
          <a:noFill/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/>
              <a:t> Imported 8 raw files using Excel’s  Get Data option.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/>
              <a:t> Removed duplicate records and blank rows. 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/>
              <a:t> Changed data types appropriately.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/>
              <a:t> Checked column quality in Power Query. 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/>
              <a:t> Columns with less than 3% missing values were removed. 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/>
              <a:t> Used median for missing numeric values. 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/>
              <a:t> Filled categorical missing values with ‘Unknown.’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726613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D5315C-62F6-D40C-A348-6E056EDD1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90500"/>
            <a:ext cx="10058400" cy="1323976"/>
          </a:xfrm>
        </p:spPr>
        <p:txBody>
          <a:bodyPr/>
          <a:lstStyle/>
          <a:p>
            <a:pPr algn="ctr"/>
            <a:r>
              <a:rPr lang="en-IN" b="1" dirty="0"/>
              <a:t>Challenges Faced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09775"/>
            <a:ext cx="10058400" cy="4126017"/>
          </a:xfrm>
          <a:noFill/>
        </p:spPr>
        <p:txBody>
          <a:bodyPr>
            <a:normAutofit fontScale="92500"/>
          </a:bodyPr>
          <a:lstStyle/>
          <a:p>
            <a:pPr algn="just">
              <a:lnSpc>
                <a:spcPct val="20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 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Excel: </a:t>
            </a:r>
            <a:r>
              <a:rPr lang="en-US" sz="2400" b="1" dirty="0"/>
              <a:t>Performance issues due to large data size .</a:t>
            </a:r>
          </a:p>
          <a:p>
            <a:pPr algn="just">
              <a:lnSpc>
                <a:spcPct val="20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/>
              <a:t> 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Power BI: </a:t>
            </a:r>
            <a:r>
              <a:rPr lang="en-US" sz="2400" b="1" dirty="0"/>
              <a:t>Relationship and data type issues during modeling.</a:t>
            </a:r>
          </a:p>
          <a:p>
            <a:pPr algn="just">
              <a:lnSpc>
                <a:spcPct val="20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/>
              <a:t> 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Tableau: </a:t>
            </a:r>
            <a:r>
              <a:rPr lang="en-US" sz="2400" b="1" dirty="0"/>
              <a:t>Initial difficulty in creating relationships and dashboard alignment. </a:t>
            </a:r>
          </a:p>
          <a:p>
            <a:pPr algn="just">
              <a:lnSpc>
                <a:spcPct val="20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 MySQL: </a:t>
            </a:r>
            <a:r>
              <a:rPr lang="en-US" sz="2400" b="1" dirty="0"/>
              <a:t>Import Wizard was slow; used LOAD DATA LOCAL INFILE.</a:t>
            </a:r>
          </a:p>
          <a:p>
            <a:pPr algn="just">
              <a:lnSpc>
                <a:spcPct val="20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/>
              <a:t>  Resolved NULL values by merging date and time columns into DATETIME.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076236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D5315C-62F6-D40C-A348-6E056EDD1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90500"/>
            <a:ext cx="10058400" cy="1323976"/>
          </a:xfrm>
        </p:spPr>
        <p:txBody>
          <a:bodyPr/>
          <a:lstStyle/>
          <a:p>
            <a:pPr algn="ctr"/>
            <a:r>
              <a:rPr lang="en-IN" b="1" dirty="0"/>
              <a:t>Business Improvements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71675"/>
            <a:ext cx="10058400" cy="4381500"/>
          </a:xfrm>
          <a:noFill/>
        </p:spPr>
        <p:txBody>
          <a:bodyPr>
            <a:normAutofit fontScale="85000" lnSpcReduction="10000"/>
          </a:bodyPr>
          <a:lstStyle/>
          <a:p>
            <a:pPr algn="just">
              <a:lnSpc>
                <a:spcPct val="20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/>
              <a:t> Focus more on top-selling and high-rated products. </a:t>
            </a:r>
          </a:p>
          <a:p>
            <a:pPr algn="just">
              <a:lnSpc>
                <a:spcPct val="20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/>
              <a:t> Improve or remove low-performing product categories.</a:t>
            </a:r>
          </a:p>
          <a:p>
            <a:pPr algn="just">
              <a:lnSpc>
                <a:spcPct val="20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/>
              <a:t> Strengthen logistics and marketing in top revenue-generating cities.</a:t>
            </a:r>
          </a:p>
          <a:p>
            <a:pPr algn="just">
              <a:lnSpc>
                <a:spcPct val="20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/>
              <a:t> Provide more debit card discounts and voucher offers. </a:t>
            </a:r>
          </a:p>
          <a:p>
            <a:pPr algn="just">
              <a:lnSpc>
                <a:spcPct val="20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/>
              <a:t> Increase weekend sales using special offers and campaigns. </a:t>
            </a:r>
          </a:p>
          <a:p>
            <a:pPr algn="just">
              <a:lnSpc>
                <a:spcPct val="20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/>
              <a:t> Reduce delivery delays to improve customer satisfaction.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374984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D5315C-62F6-D40C-A348-6E056EDD1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90500"/>
            <a:ext cx="10058400" cy="1323976"/>
          </a:xfrm>
        </p:spPr>
        <p:txBody>
          <a:bodyPr/>
          <a:lstStyle/>
          <a:p>
            <a:pPr algn="ctr"/>
            <a:r>
              <a:rPr lang="en-IN" b="1" dirty="0"/>
              <a:t>Conclusion</a:t>
            </a:r>
            <a:r>
              <a:rPr lang="en-IN" dirty="0"/>
              <a:t> 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71675"/>
            <a:ext cx="10058400" cy="4381500"/>
          </a:xfrm>
          <a:noFill/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/>
              <a:t> Successfully completed end-to-end E-Commerce Analytics project.</a:t>
            </a:r>
          </a:p>
          <a:p>
            <a:pPr algn="just">
              <a:lnSpc>
                <a:spcPct val="20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/>
              <a:t> Excel was effective for data cleaning and preprocessing. </a:t>
            </a:r>
          </a:p>
          <a:p>
            <a:pPr algn="just">
              <a:lnSpc>
                <a:spcPct val="20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/>
              <a:t> Power BI and Tableau were used for dashboard creation and insights.</a:t>
            </a:r>
          </a:p>
          <a:p>
            <a:pPr algn="just">
              <a:lnSpc>
                <a:spcPct val="20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/>
              <a:t> Tableau provided more visualization flexibility. </a:t>
            </a:r>
          </a:p>
          <a:p>
            <a:pPr algn="just">
              <a:lnSpc>
                <a:spcPct val="20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/>
              <a:t> Project improved understanding of data-driven business decisions.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239484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46000">
              <a:schemeClr val="accent1">
                <a:lumMod val="95000"/>
                <a:lumOff val="5000"/>
              </a:schemeClr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9AA79CB-1E06-8B69-274E-47E26840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095499"/>
            <a:ext cx="10058400" cy="2066925"/>
          </a:xfrm>
        </p:spPr>
        <p:txBody>
          <a:bodyPr>
            <a:noAutofit/>
          </a:bodyPr>
          <a:lstStyle/>
          <a:p>
            <a:r>
              <a:rPr lang="en-US" sz="12400" b="1" dirty="0"/>
              <a:t>Thank You</a:t>
            </a:r>
            <a:endParaRPr lang="en-IN" sz="12400" b="1" dirty="0"/>
          </a:p>
        </p:txBody>
      </p:sp>
    </p:spTree>
    <p:extLst>
      <p:ext uri="{BB962C8B-B14F-4D97-AF65-F5344CB8AC3E}">
        <p14:creationId xmlns:p14="http://schemas.microsoft.com/office/powerpoint/2010/main" val="36037179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{00AD7F24-EFD2-4592-8B98-F266B79B5780}tf56160789_win32</Template>
  <TotalTime>183</TotalTime>
  <Words>284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Bookman Old Style</vt:lpstr>
      <vt:lpstr>Calibri</vt:lpstr>
      <vt:lpstr>Franklin Gothic Book</vt:lpstr>
      <vt:lpstr>Wingdings</vt:lpstr>
      <vt:lpstr>Custom</vt:lpstr>
      <vt:lpstr>E-Commerce Analytics</vt:lpstr>
      <vt:lpstr>What is E-Commerce Analytics? </vt:lpstr>
      <vt:lpstr>Data Import &amp; Cleaning (Excel)</vt:lpstr>
      <vt:lpstr>Challenges Faced</vt:lpstr>
      <vt:lpstr>Business Improvements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Analytics</dc:title>
  <dc:creator>pramod kumar</dc:creator>
  <cp:lastModifiedBy>Chethan N</cp:lastModifiedBy>
  <cp:revision>5</cp:revision>
  <dcterms:created xsi:type="dcterms:W3CDTF">2025-12-27T07:40:18Z</dcterms:created>
  <dcterms:modified xsi:type="dcterms:W3CDTF">2026-02-24T07:40:44Z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